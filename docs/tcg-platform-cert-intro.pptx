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49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0" y="1544687"/>
            <a:ext cx="1524000" cy="50750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21052" y="1976438"/>
            <a:ext cx="290174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tcg-platform-cert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319068" y="2487513"/>
            <a:ext cx="45057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0"/>
              </a:spcAft>
              <a:buNone/>
            </a:pPr>
            <a:r>
              <a:rPr lang="en-US" sz="18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Open-Source Platform Certificate Toolkit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901822" y="3135213"/>
            <a:ext cx="33402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11th Feb  2026</a:t>
            </a:r>
            <a:br>
              <a:rPr lang="en-US" sz="14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Toru Tomita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02373" y="3573363"/>
            <a:ext cx="37391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buNone/>
            </a:pPr>
            <a:r>
              <a:rPr lang="en-US" sz="11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BSD-3-Clause | Haskell | github.com/tatac1/haskell-tcg-cert</a:t>
            </a:r>
            <a:endParaRPr lang="en-US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D70EBE1-E9C8-81ED-7008-A72EC9607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959" y="3573363"/>
            <a:ext cx="1311144" cy="131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50" y="803225"/>
            <a:ext cx="762000" cy="38100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146125"/>
            <a:ext cx="7874050" cy="182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4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compliance test tool exists in the TCG ecosystem today</a:t>
            </a:r>
            <a:endParaRPr lang="en-US" sz="1600" dirty="0"/>
          </a:p>
          <a:p>
            <a:pPr marL="342900" indent="-342900" algn="l">
              <a:lnSpc>
                <a:spcPts val="224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IWG Profile v1.1 compliant certificates is error-prone</a:t>
            </a:r>
            <a:endParaRPr lang="en-US" sz="1600" dirty="0"/>
          </a:p>
          <a:p>
            <a:pPr marL="342900" indent="-342900" algn="l">
              <a:lnSpc>
                <a:spcPts val="224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verify correctness before deployment</a:t>
            </a:r>
            <a:endParaRPr lang="en-US" sz="1600" dirty="0"/>
          </a:p>
          <a:p>
            <a:pPr marL="342900" indent="-342900" algn="l">
              <a:lnSpc>
                <a:spcPts val="224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Slows down adoption and interoperability testing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6234" y="3510525"/>
            <a:ext cx="80315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400"/>
              </a:spcBef>
              <a:buNone/>
            </a:pPr>
            <a:r>
              <a:rPr lang="en-US" i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ecosystem needs a compliance testing tool to accelerate adoption.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tcg-platform-cert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15851"/>
            <a:ext cx="762000" cy="38100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06351"/>
            <a:ext cx="4339977" cy="695771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806351"/>
            <a:ext cx="0" cy="695771"/>
          </a:xfrm>
          <a:prstGeom prst="line">
            <a:avLst/>
          </a:prstGeom>
          <a:noFill/>
          <a:ln w="47625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06326" y="933301"/>
            <a:ext cx="40156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6326" y="1193602"/>
            <a:ext cx="401568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&amp; Delta certificates from YAML config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1603623"/>
            <a:ext cx="4339977" cy="695771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1603623"/>
            <a:ext cx="0" cy="695771"/>
          </a:xfrm>
          <a:prstGeom prst="line">
            <a:avLst/>
          </a:prstGeom>
          <a:noFill/>
          <a:ln w="47625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06326" y="1730573"/>
            <a:ext cx="40156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6326" y="1990874"/>
            <a:ext cx="401568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&amp; issuer chain verification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000" y="2400895"/>
            <a:ext cx="4339977" cy="695771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4813" y="2400895"/>
            <a:ext cx="0" cy="695771"/>
          </a:xfrm>
          <a:prstGeom prst="line">
            <a:avLst/>
          </a:prstGeom>
          <a:noFill/>
          <a:ln w="47625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06326" y="2527846"/>
            <a:ext cx="40156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6326" y="2788146"/>
            <a:ext cx="401568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automated checks against IWG Profile v1.1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1000" y="3198168"/>
            <a:ext cx="4339977" cy="695771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4813" y="3198168"/>
            <a:ext cx="0" cy="695771"/>
          </a:xfrm>
          <a:prstGeom prst="line">
            <a:avLst/>
          </a:prstGeom>
          <a:noFill/>
          <a:ln w="47625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06326" y="3325118"/>
            <a:ext cx="40156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6326" y="3585418"/>
            <a:ext cx="401568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config errors before generation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950" y="4020889"/>
            <a:ext cx="8128099" cy="374452"/>
          </a:xfrm>
          <a:prstGeom prst="rect">
            <a:avLst/>
          </a:prstGeom>
          <a:solidFill>
            <a:srgbClr val="415A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7924" y="4122390"/>
            <a:ext cx="79281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Pre-issuance compliance checking built in — errors caught at generation time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Framework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784175"/>
            <a:ext cx="762000" cy="38100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025426"/>
            <a:ext cx="8128099" cy="355402"/>
          </a:xfrm>
          <a:prstGeom prst="rect">
            <a:avLst/>
          </a:prstGeom>
          <a:solidFill>
            <a:srgbClr val="415A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126927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49253" y="1126927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69853" y="1126927"/>
            <a:ext cx="5726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1406128"/>
            <a:ext cx="8128099" cy="355402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1507629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49253" y="1507629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69853" y="1507629"/>
            <a:ext cx="5726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5755 structure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950" y="1786830"/>
            <a:ext cx="8128099" cy="355402"/>
          </a:xfrm>
          <a:prstGeom prst="rect">
            <a:avLst/>
          </a:prstGeom>
          <a:solidFill>
            <a:srgbClr val="1622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350" y="1888331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49253" y="1888331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69853" y="1888331"/>
            <a:ext cx="5726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&amp; value 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950" y="2167533"/>
            <a:ext cx="8128099" cy="355402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0350" y="2269034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49253" y="2269034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69853" y="2269034"/>
            <a:ext cx="5726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certificate invariants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950" y="2548235"/>
            <a:ext cx="8128099" cy="355402"/>
          </a:xfrm>
          <a:prstGeom prst="rect">
            <a:avLst/>
          </a:prstGeom>
          <a:solidFill>
            <a:srgbClr val="1622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0350" y="2649736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49253" y="2649736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69853" y="2649736"/>
            <a:ext cx="5726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&amp; EK binding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950" y="2928938"/>
            <a:ext cx="8128099" cy="355402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0350" y="3030438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49253" y="3030438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69853" y="3030438"/>
            <a:ext cx="5726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class registry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950" y="3309640"/>
            <a:ext cx="8128099" cy="355402"/>
          </a:xfrm>
          <a:prstGeom prst="rect">
            <a:avLst/>
          </a:prstGeom>
          <a:solidFill>
            <a:srgbClr val="1622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60350" y="3411141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49253" y="3411141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69853" y="3411141"/>
            <a:ext cx="5726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requirements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950" y="3690342"/>
            <a:ext cx="8128099" cy="355402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0350" y="3791843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49253" y="3791843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69853" y="3791843"/>
            <a:ext cx="5726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TBB security assertions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7950" y="4071045"/>
            <a:ext cx="8128099" cy="355402"/>
          </a:xfrm>
          <a:prstGeom prst="rect">
            <a:avLst/>
          </a:prstGeom>
          <a:solidFill>
            <a:srgbClr val="1622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60350" y="4172545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49253" y="4172545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69853" y="4172545"/>
            <a:ext cx="5726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Errata v3 corrections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950" y="4604147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check traceable to spec section (IWG Profile / RFC 5755 / Errata). JSON output for CI/CD.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784175"/>
            <a:ext cx="762000" cy="38100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025426"/>
            <a:ext cx="4102150" cy="2440781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150" y="1203127"/>
            <a:ext cx="3769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4150" y="1482477"/>
            <a:ext cx="3695849" cy="571202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6550" y="1609427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778D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tcg-platform-cert compliance \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6550" y="1768078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778D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--cert delta.pem --base base.pem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4150" y="2180630"/>
            <a:ext cx="3695849" cy="488752"/>
          </a:xfrm>
          <a:prstGeom prst="rect">
            <a:avLst/>
          </a:prstGeom>
          <a:solidFill>
            <a:srgbClr val="1A3A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6550" y="2282130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with IWG Profile v1.1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6550" y="2425005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passed, 0 failed, 15 skipped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0850" y="1025426"/>
            <a:ext cx="4102150" cy="2440781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64001" y="1203127"/>
            <a:ext cx="3769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COMPLIANT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001" y="1482477"/>
            <a:ext cx="3695849" cy="571202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16401" y="1609427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778D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tcg-platform-cert compliance \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16401" y="1768078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778D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--cert server-delta.pem --base server-base.pem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64001" y="2180630"/>
            <a:ext cx="3695849" cy="1107877"/>
          </a:xfrm>
          <a:prstGeom prst="rect">
            <a:avLst/>
          </a:prstGeom>
          <a:solidFill>
            <a:srgbClr val="3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16401" y="2282130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DLT-004 [FAIL] "Delta holder serial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16401" y="2453580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 not match base certificate serial"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16401" y="2625030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DLT-012 [FAIL] "Delta platformSerial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16401" y="2796480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 not match base"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16401" y="3006030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COMPLIANT — 2 required failed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6669" y="3593157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against IWG reference certificates (iwg-interop-example-platcert)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IWG Interoperability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784175"/>
            <a:ext cx="762000" cy="38100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076176"/>
            <a:ext cx="7874050" cy="1676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against IWG reference implementation (paccor)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structural fixes applied for byte-level parity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encoding, attribute ordering, extension ordering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 encoding, DEFAULT omission, tag numbering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3260378"/>
            <a:ext cx="8128099" cy="564952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3260378"/>
            <a:ext cx="0" cy="564952"/>
          </a:xfrm>
          <a:prstGeom prst="line">
            <a:avLst/>
          </a:prstGeom>
          <a:noFill/>
          <a:ln w="47625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09476" y="3438079"/>
            <a:ext cx="77241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certificates are interoperable with existing IWG tooling.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Involved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784175"/>
            <a:ext cx="762000" cy="38100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076176"/>
            <a:ext cx="41453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1472952"/>
            <a:ext cx="4064050" cy="1396603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676102"/>
            <a:ext cx="3678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source: BSD-3-Clause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006203"/>
            <a:ext cx="3678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binaries: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336304"/>
            <a:ext cx="3678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(x86_64, aarch64), macOS, Windows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950" y="1076176"/>
            <a:ext cx="41453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Welcome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98950" y="1472952"/>
            <a:ext cx="4064050" cy="1556445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27550" y="1676102"/>
            <a:ext cx="3606850" cy="99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reports &amp; feature requests</a:t>
            </a:r>
            <a:endParaRPr lang="en-US" sz="1300" dirty="0"/>
          </a:p>
          <a:p>
            <a:pPr marL="342900" indent="-342900" algn="l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interpretation feedback</a:t>
            </a:r>
            <a:endParaRPr lang="en-US" sz="1300" dirty="0"/>
          </a:p>
          <a:p>
            <a:pPr marL="342900" indent="-342900" algn="l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compliance check suggestions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950" y="3283297"/>
            <a:ext cx="8128099" cy="514350"/>
          </a:xfrm>
          <a:prstGeom prst="rect">
            <a:avLst/>
          </a:prstGeom>
          <a:solidFill>
            <a:srgbClr val="415A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648" y="3435697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github.com/tatac1/haskell-tcg-cert</a:t>
            </a:r>
            <a:endParaRPr lang="en-US" sz="1400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CC725A6-C2CF-32A7-6237-C51C34A09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422" y="3735621"/>
            <a:ext cx="1379155" cy="137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352</Words>
  <Application>Microsoft Macintosh PowerPoint</Application>
  <PresentationFormat>画面に合わせる (16:9)</PresentationFormat>
  <Paragraphs>87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tcg-platform-cert: An Open-Source Platform Certificate Toolkit</dc:title>
  <dc:subject>PptxGenJS Presentation</dc:subject>
  <dc:creator>Toru Tomita</dc:creator>
  <cp:lastModifiedBy>TOMITA Toru  (富田　亨)</cp:lastModifiedBy>
  <cp:revision>8</cp:revision>
  <dcterms:created xsi:type="dcterms:W3CDTF">2026-02-10T08:41:44Z</dcterms:created>
  <dcterms:modified xsi:type="dcterms:W3CDTF">2026-02-11T01:00:52Z</dcterms:modified>
</cp:coreProperties>
</file>